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GOAT FIT: a web-based fitness platform for beginners and experienced lifters.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Philosophy-first positioning: not just another fitness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 of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Filters and program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Adherence tracker with sample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7-day schedule and macro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TDEE calculator and hydration tracker.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Testimonials and FAQ.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Footer navigation and newsletter.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FF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B0A8"/>
                </a:solidFill>
              </a:rPr>
              <a:t>GOAT FIT  |  BE YOUR OWN GOAT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FF66"/>
                </a:solidFill>
              </a:rPr>
              <a:t>NEXT-GEN GYM &amp; ATHLETIC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5F3"/>
                </a:solidFill>
              </a:rPr>
              <a:t>GOAT </a:t>
            </a:r>
            <a:pPr indent="0" marL="0">
              <a:buNone/>
            </a:pPr>
            <a:r>
              <a:rPr lang="en-US" sz="5400" b="1" dirty="0">
                <a:solidFill>
                  <a:srgbClr val="22FF66"/>
                </a:solidFill>
              </a:rPr>
              <a:t>FIT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3"/>
                </a:solidFill>
              </a:rPr>
              <a:t>Be Your Own GOAT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803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B0A8"/>
                </a:solidFill>
              </a:rPr>
              <a:t>A science-backed fitness web app that combines elite workout splits, real-time exercise coaching and intelligent nutrition tracking in one place.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FF66"/>
                </a:solidFill>
              </a:rPr>
              <a:t>Product walkthrough  |  October 2026</a:t>
            </a:r>
            <a:endParaRPr lang="en-US" sz="1100" dirty="0"/>
          </a:p>
        </p:txBody>
      </p:sp>
      <p:pic>
        <p:nvPicPr>
          <p:cNvPr id="7" name="Image 0" descr="GOAT FIT landing page hero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822960"/>
            <a:ext cx="3840480" cy="32972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3"/>
                </a:solidFill>
              </a:rPr>
              <a:t>Who We </a:t>
            </a:r>
            <a:pPr indent="0" marL="0">
              <a:buNone/>
            </a:pPr>
            <a:r>
              <a:rPr lang="en-US" sz="2800" b="1" dirty="0">
                <a:solidFill>
                  <a:srgbClr val="22FF66"/>
                </a:solidFill>
              </a:rPr>
              <a:t>Are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GOAT FIT is positioned as a philosophy for the relentless, not just another fitness app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Built for beginners taking their first steps and experienced lifters chasing all-time PRs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Core promise: train with purpose, eat with conviction and track with precision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Brand tagline "Be Your Own GOAT" puts ownership of results in the athlete's hands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Dark, high-contrast neon-green interface keeps focus on the workout, even in a dim gym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Community-driven: sample real-time global metrics show athletes, workouts and milestones</a:t>
            </a:r>
            <a:endParaRPr lang="en-US" sz="1200" dirty="0"/>
          </a:p>
        </p:txBody>
      </p:sp>
      <p:pic>
        <p:nvPicPr>
          <p:cNvPr id="5" name="Image 0" descr="Who we are section with gym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840480" cy="32972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3"/>
                </a:solidFill>
              </a:rPr>
              <a:t>Platform </a:t>
            </a:r>
            <a:pPr indent="0" marL="0">
              <a:buNone/>
            </a:pPr>
            <a:r>
              <a:rPr lang="en-US" sz="2800" b="1" dirty="0">
                <a:solidFill>
                  <a:srgbClr val="22FF66"/>
                </a:solidFill>
              </a:rPr>
              <a:t>Features at a Glance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151C17"/>
          </a:solidFill>
          <a:ln w="12700">
            <a:solidFill>
              <a:srgbClr val="2540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54864" cy="1600200"/>
          </a:xfrm>
          <a:prstGeom prst="rect">
            <a:avLst/>
          </a:prstGeom>
          <a:solidFill>
            <a:srgbClr val="22FF66"/>
          </a:solidFill>
          <a:ln w="12700">
            <a:solidFill>
              <a:srgbClr val="22FF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FF66"/>
                </a:solidFill>
              </a:rPr>
              <a:t>Workout Programs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</a:rPr>
              <a:t>Science-structured splits for hypertrophy, strength and longevity, filterable by muscle group and difficulty.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rgbClr val="151C17"/>
          </a:solidFill>
          <a:ln w="12700">
            <a:solidFill>
              <a:srgbClr val="2540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097280"/>
            <a:ext cx="54864" cy="1600200"/>
          </a:xfrm>
          <a:prstGeom prst="rect">
            <a:avLst/>
          </a:prstGeom>
          <a:solidFill>
            <a:srgbClr val="22FF66"/>
          </a:solidFill>
          <a:ln w="12700">
            <a:solidFill>
              <a:srgbClr val="22FF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FF66"/>
                </a:solidFill>
              </a:rPr>
              <a:t>Exercise Library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</a:rPr>
              <a:t>Barbell bench, deadlift, squat guides plus a Common Form Mistakes section on every exercise.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rgbClr val="151C17"/>
          </a:solidFill>
          <a:ln w="12700">
            <a:solidFill>
              <a:srgbClr val="2540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097280"/>
            <a:ext cx="54864" cy="1600200"/>
          </a:xfrm>
          <a:prstGeom prst="rect">
            <a:avLst/>
          </a:prstGeom>
          <a:solidFill>
            <a:srgbClr val="22FF66"/>
          </a:solidFill>
          <a:ln w="12700">
            <a:solidFill>
              <a:srgbClr val="22FF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FF66"/>
                </a:solidFill>
              </a:rPr>
              <a:t>TDEE &amp; Macro Calculator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</a:rPr>
              <a:t>Turns body stats and goals into daily calories and a protein, carb and fat split.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834640"/>
            <a:ext cx="2651760" cy="1600200"/>
          </a:xfrm>
          <a:prstGeom prst="rect">
            <a:avLst/>
          </a:prstGeom>
          <a:solidFill>
            <a:srgbClr val="151C17"/>
          </a:solidFill>
          <a:ln w="12700">
            <a:solidFill>
              <a:srgbClr val="2540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834640"/>
            <a:ext cx="54864" cy="1600200"/>
          </a:xfrm>
          <a:prstGeom prst="rect">
            <a:avLst/>
          </a:prstGeom>
          <a:solidFill>
            <a:srgbClr val="22FF66"/>
          </a:solidFill>
          <a:ln w="12700">
            <a:solidFill>
              <a:srgbClr val="22FF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FF66"/>
                </a:solidFill>
              </a:rPr>
              <a:t>Hydration Tracker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</a:rPr>
              <a:t>Tap-to-log glasses toward a 2000 ml daily goal, saved in the browser and reset at midnight.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46120" y="2834640"/>
            <a:ext cx="2651760" cy="1600200"/>
          </a:xfrm>
          <a:prstGeom prst="rect">
            <a:avLst/>
          </a:prstGeom>
          <a:solidFill>
            <a:srgbClr val="151C17"/>
          </a:solidFill>
          <a:ln w="12700">
            <a:solidFill>
              <a:srgbClr val="2540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46120" y="2834640"/>
            <a:ext cx="54864" cy="1600200"/>
          </a:xfrm>
          <a:prstGeom prst="rect">
            <a:avLst/>
          </a:prstGeom>
          <a:solidFill>
            <a:srgbClr val="22FF66"/>
          </a:solidFill>
          <a:ln w="12700">
            <a:solidFill>
              <a:srgbClr val="22FF6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2900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FF66"/>
                </a:solidFill>
              </a:rPr>
              <a:t>Weekly Split Planner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</a:rPr>
              <a:t>Plan Push, Pull and Legs days, mark sessions done and watch weekly adherence.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035040" y="2834640"/>
            <a:ext cx="2651760" cy="1600200"/>
          </a:xfrm>
          <a:prstGeom prst="rect">
            <a:avLst/>
          </a:prstGeom>
          <a:solidFill>
            <a:srgbClr val="151C17"/>
          </a:solidFill>
          <a:ln w="12700">
            <a:solidFill>
              <a:srgbClr val="2540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35040" y="2834640"/>
            <a:ext cx="54864" cy="1600200"/>
          </a:xfrm>
          <a:prstGeom prst="rect">
            <a:avLst/>
          </a:prstGeom>
          <a:solidFill>
            <a:srgbClr val="22FF66"/>
          </a:solidFill>
          <a:ln w="12700">
            <a:solidFill>
              <a:srgbClr val="22FF6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FF66"/>
                </a:solidFill>
              </a:rPr>
              <a:t>60s Rest Timer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</a:rPr>
              <a:t>A floating rest timer is always one tap away, so rest periods stay consistent.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3"/>
                </a:solidFill>
              </a:rPr>
              <a:t>Workout </a:t>
            </a:r>
            <a:pPr indent="0" marL="0">
              <a:buNone/>
            </a:pPr>
            <a:r>
              <a:rPr lang="en-US" sz="2800" b="1" dirty="0">
                <a:solidFill>
                  <a:srgbClr val="22FF66"/>
                </a:solidFill>
              </a:rPr>
              <a:t>Programs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Scientifically structured splits built for maximum hypertrophy, explosive strength and athletic longevity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Filter tabs: All, Chest, Back, Shoulder, Arms, Legs, Abs, Full Body and Home Workout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Difficulty selector: Beginner, Intermediate and Advanced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Each card shows a muscle-group tag, a level badge, session length (about 50 to 55 min) and exercise count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Photo-led cards make it quick to scan and pick the right session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Home Workout option keeps training possible without a full gym</a:t>
            </a:r>
            <a:endParaRPr lang="en-US" sz="1200" dirty="0"/>
          </a:p>
        </p:txBody>
      </p:sp>
      <p:pic>
        <p:nvPicPr>
          <p:cNvPr id="5" name="Image 0" descr="Workout programs screen with fil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840480" cy="32972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3"/>
                </a:solidFill>
              </a:rPr>
              <a:t>Weekly Split </a:t>
            </a:r>
            <a:pPr indent="0" marL="0">
              <a:buNone/>
            </a:pPr>
            <a:r>
              <a:rPr lang="en-US" sz="2800" b="1" dirty="0">
                <a:solidFill>
                  <a:srgbClr val="22FF66"/>
                </a:solidFill>
              </a:rPr>
              <a:t>Planner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2F5F3"/>
                </a:solidFill>
              </a:rPr>
              <a:t>Weekly adherence bar counts completed days (for example 2 of 7, 29%) with a one-tap reset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2F5F3"/>
                </a:solidFill>
              </a:rPr>
              <a:t>Mon: Chest Annihilation &amp; Upper Pec Sculpt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2F5F3"/>
                </a:solidFill>
              </a:rPr>
              <a:t>Tue: V-Taper Lat Dominance &amp; Deadlifts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2F5F3"/>
                </a:solidFill>
              </a:rPr>
              <a:t>Wed: Active Recovery &amp; Mobility (rest day)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2F5F3"/>
                </a:solidFill>
              </a:rPr>
              <a:t>Thu: 3D Boulder Shoulders &amp; Traps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2F5F3"/>
                </a:solidFill>
              </a:rPr>
              <a:t>Fri: Guns Hypertrophy (Biceps &amp; Triceps); Sat: Quad Sweep &amp; Hamstring Powerhouse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2F5F3"/>
                </a:solidFill>
              </a:rPr>
              <a:t>Every day has an Edit option and a Done / Mark Done button</a:t>
            </a:r>
            <a:endParaRPr lang="en-US" sz="1150" dirty="0"/>
          </a:p>
        </p:txBody>
      </p:sp>
      <p:pic>
        <p:nvPicPr>
          <p:cNvPr id="5" name="Image 0" descr="Weekly split planner with adherence trac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840480" cy="32972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3"/>
                </a:solidFill>
              </a:rPr>
              <a:t>Training Schedule &amp; </a:t>
            </a:r>
            <a:pPr indent="0" marL="0">
              <a:buNone/>
            </a:pPr>
            <a:r>
              <a:rPr lang="en-US" sz="2800" b="1" dirty="0">
                <a:solidFill>
                  <a:srgbClr val="22FF66"/>
                </a:solidFill>
              </a:rPr>
              <a:t>Macro Targets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Physique plan: 8 to 12 rep ranges, progressive overload and high volume to build lean muscle density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Macro target split: 35% protein, 45% carbs, 20% fats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Day 1 Upper Body Power; Day 2 Lower Body Hypertrophy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Day 3 Active Recovery &amp; Mobility (light walk, foam rolling)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Day 4 Push Hypertrophy; Day 5 Pull Hypertrophy; Day 6 Legs &amp; Core Sculpt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Each day lists the key lifts, so there is no guesswork in the gym</a:t>
            </a:r>
            <a:endParaRPr lang="en-US" sz="1200" dirty="0"/>
          </a:p>
        </p:txBody>
      </p:sp>
      <p:pic>
        <p:nvPicPr>
          <p:cNvPr id="5" name="Image 0" descr="Sample 7-day schedule and macro sp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840480" cy="32972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3"/>
                </a:solidFill>
              </a:rPr>
              <a:t>Nutrition &amp; </a:t>
            </a:r>
            <a:pPr indent="0" marL="0">
              <a:buNone/>
            </a:pPr>
            <a:r>
              <a:rPr lang="en-US" sz="2800" b="1" dirty="0">
                <a:solidFill>
                  <a:srgbClr val="22FF66"/>
                </a:solidFill>
              </a:rPr>
              <a:t>Hydration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Calculator outputs daily calories plus protein, carbs and fats in grams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Smart recommendation: spread protein evenly across 3 to 4 meals to keep muscle protein synthesis elevated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Hydration tracker: 8 tap-able glasses of 250 ml toward a 2000 ml goal with a live percentage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Why it matters: good hydration supports workout output and protein absorption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Data is stored locally in the browser and resets at midnight, so nothing to sign up for</a:t>
            </a:r>
            <a:endParaRPr lang="en-US" sz="1200" dirty="0"/>
          </a:p>
        </p:txBody>
      </p:sp>
      <p:pic>
        <p:nvPicPr>
          <p:cNvPr id="5" name="Image 0" descr="Daily hydration trac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88720"/>
            <a:ext cx="3840480" cy="17617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937760" y="304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B0A8"/>
                </a:solidFill>
              </a:rPr>
              <a:t>Hydration tracker screen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3"/>
                </a:solidFill>
              </a:rPr>
              <a:t>Community &amp; </a:t>
            </a:r>
            <a:pPr indent="0" marL="0">
              <a:buNone/>
            </a:pPr>
            <a:r>
              <a:rPr lang="en-US" sz="2800" b="1" dirty="0">
                <a:solidFill>
                  <a:srgbClr val="22FF66"/>
                </a:solidFill>
              </a:rPr>
              <a:t>Social Proof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206240" cy="1371600"/>
          </a:xfrm>
          <a:prstGeom prst="rect">
            <a:avLst/>
          </a:prstGeom>
          <a:solidFill>
            <a:srgbClr val="151C17"/>
          </a:solidFill>
          <a:ln w="12700">
            <a:solidFill>
              <a:srgbClr val="2540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22FF66"/>
          </a:solidFill>
          <a:ln w="12700">
            <a:solidFill>
              <a:srgbClr val="22FF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FF66"/>
                </a:solidFill>
              </a:rPr>
              <a:t>David Chen, Finance Director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</a:rPr>
              <a:t>Verified GOAT athlete. Squat up 40 kg in 14 weeks; says the barbell library and no-nonsense nutrition plan work for a busy travel schedule.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606040"/>
            <a:ext cx="4206240" cy="1371600"/>
          </a:xfrm>
          <a:prstGeom prst="rect">
            <a:avLst/>
          </a:prstGeom>
          <a:solidFill>
            <a:srgbClr val="151C17"/>
          </a:solidFill>
          <a:ln w="12700">
            <a:solidFill>
              <a:srgbClr val="2540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606040"/>
            <a:ext cx="54864" cy="1371600"/>
          </a:xfrm>
          <a:prstGeom prst="rect">
            <a:avLst/>
          </a:prstGeom>
          <a:solidFill>
            <a:srgbClr val="22FF66"/>
          </a:solidFill>
          <a:ln w="12700">
            <a:solidFill>
              <a:srgbClr val="22FF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715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FF66"/>
                </a:solidFill>
              </a:rPr>
              <a:t>Sarah Jenkins, Physical Therapist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063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</a:rPr>
              <a:t>Deadlift 140 kg and a core PR. Recommends it to rehab clients and beginners because the Common Mistakes section prevents injuries.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B0A8"/>
                </a:solidFill>
              </a:rPr>
              <a:t>An Expert Answers FAQ covers workout splits, nutritional pacing and progressive overload.</a:t>
            </a:r>
            <a:endParaRPr lang="en-US" sz="1100" dirty="0"/>
          </a:p>
        </p:txBody>
      </p:sp>
      <p:pic>
        <p:nvPicPr>
          <p:cNvPr id="13" name="Image 0" descr="Testimonials and FAQ s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840480" cy="32972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3"/>
                </a:solidFill>
              </a:rPr>
              <a:t>Platform </a:t>
            </a:r>
            <a:pPr indent="0" marL="0">
              <a:buNone/>
            </a:pPr>
            <a:r>
              <a:rPr lang="en-US" sz="2800" b="1" dirty="0">
                <a:solidFill>
                  <a:srgbClr val="22FF66"/>
                </a:solidFill>
              </a:rPr>
              <a:t>Structure &amp; Resources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Workouts: chest, back, leg-day and home calisthenics programs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Exercise Library: bench press, deadlift, squats and form mistakes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Tools &amp; Features: TDEE &amp; macro calculator, hydration tracker, weekly split planner, offline progress dashboard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Company &amp; Legal: About, FAQ &amp; expert answers, Contact Coaching HQ, Demo Mode (fully unlocked)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5F3"/>
                </a:solidFill>
              </a:rPr>
              <a:t>Weekly GOAT Dispatch: free newsletter with high-yield workout breakdowns and nutrition science, no spam</a:t>
            </a:r>
            <a:endParaRPr lang="en-US" sz="1200" dirty="0"/>
          </a:p>
        </p:txBody>
      </p:sp>
      <p:pic>
        <p:nvPicPr>
          <p:cNvPr id="5" name="Image 0" descr="Footer with site navigation and newsletter sign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840480" cy="32972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3"/>
                </a:solidFill>
              </a:rPr>
              <a:t>Why GOAT FIT &amp; </a:t>
            </a:r>
            <a:pPr indent="0" marL="0">
              <a:buNone/>
            </a:pPr>
            <a:r>
              <a:rPr lang="en-US" sz="2800" b="1" dirty="0">
                <a:solidFill>
                  <a:srgbClr val="22FF66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F5F3"/>
                </a:solidFill>
              </a:rPr>
              <a:t>All-in-one: programs, planner, nutrition and hydration in a single fast web app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F5F3"/>
                </a:solidFill>
              </a:rPr>
              <a:t>Science-backed: progressive overload, rep ranges and macro targets built in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F5F3"/>
                </a:solidFill>
              </a:rPr>
              <a:t>Beginner to advanced: filters and difficulty levels fit every athlete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F5F3"/>
                </a:solidFill>
              </a:rPr>
              <a:t>Next steps: add progress charts, sync across devices and expand the exercise library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329184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22FF66"/>
          </a:solidFill>
          <a:ln w="12700">
            <a:solidFill>
              <a:srgbClr val="22FF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2918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0C"/>
                </a:solidFill>
              </a:rPr>
              <a:t>START YOUR JOURNEY  &gt;</a:t>
            </a:r>
            <a:endParaRPr lang="en-US" sz="1600" dirty="0"/>
          </a:p>
        </p:txBody>
      </p:sp>
      <p:pic>
        <p:nvPicPr>
          <p:cNvPr id="7" name="Image 0" descr="Gym floor photo from the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80160"/>
            <a:ext cx="3840480" cy="185987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3B0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GOAT FIT - Be Your Own GOAT</dc:title>
  <dc:subject>PptxGenJS Presentation</dc:subject>
  <dc:creator>PptxGenJS</dc:creator>
  <cp:lastModifiedBy>PptxGenJS</cp:lastModifiedBy>
  <cp:revision>1</cp:revision>
  <dcterms:created xsi:type="dcterms:W3CDTF">2026-10-29T13:36:09Z</dcterms:created>
  <dcterms:modified xsi:type="dcterms:W3CDTF">2026-10-29T13:36:09Z</dcterms:modified>
</cp:coreProperties>
</file>